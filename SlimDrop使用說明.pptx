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28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告別附件超載！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SlimDrop 檔案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一鍵瘦身工具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專為 OA 系統 20MB 限制打造，零安裝、絕對安全的極速解決方案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7432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提案人</a:t>
            </a:r>
            <a:r>
              <a:rPr lang="en-US" sz="1200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zh-TW" altLang="en-US" sz="1200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第一車務中心信義段 鄧亦秦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https://slim-drop.vercel.app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第一步：拖曳上傳，無腦設定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3716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操作步驟 1 / 3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892040" y="13075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920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34924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拖曳即上傳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49240" y="16642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將過大的簡報或影片檔直接拖曳或點選加入。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92040" y="254203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49240" y="2514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資訊全透明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49240" y="28986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立即顯示原始檔案大小（如實測案例高達 69.7 MB，遠超系統限制）。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92040" y="377647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9204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49240" y="3749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精準控管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349240" y="41330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預設目標為符合 OA 規範的「20 MB」，亦可依需求自訂。確認後點擊「開始壓縮」即可啟動。</a:t>
            </a:r>
            <a:endParaRPr lang="en-US" sz="1200" dirty="0"/>
          </a:p>
        </p:txBody>
      </p:sp>
      <p:pic>
        <p:nvPicPr>
          <p:cNvPr id="23" name="圖片 22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96DDBB1E-565C-AB46-4AC1-0271BF88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5" y="1600201"/>
            <a:ext cx="4570119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第二步：進度透明，防呆機制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3716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操作步驟 2 / 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212080" y="149047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463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即時進度追蹤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0" y="184708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清楚顯示壓縮進度百分比，大檔案（如影音）處理狀態一目了然，只需耐心等候。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304495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⑤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彈性取消防呆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34015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若發現誤傳檔案，或臨時需中止操作，隨時可點擊「放棄」按鈕取消，靈活不卡關。</a:t>
            </a:r>
            <a:endParaRPr lang="en-US" sz="1200" dirty="0"/>
          </a:p>
        </p:txBody>
      </p:sp>
      <p:pic>
        <p:nvPicPr>
          <p:cNvPr id="16" name="圖片 15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170176C4-807A-8BDB-BA4E-6F2401D2D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6" y="1473570"/>
            <a:ext cx="4752108" cy="2661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第三步：驚人壓縮率，無縫下載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3716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操作步驟 3 / 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20640" y="1280160"/>
            <a:ext cx="3749040" cy="10058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0" y="1280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8EAD"/>
                </a:solidFill>
              </a:rPr>
              <a:t>69.7 MB</a:t>
            </a:r>
            <a:r>
              <a:rPr lang="en-US" sz="1800" dirty="0">
                <a:solidFill>
                  <a:srgbClr val="1A2E4A"/>
                </a:solidFill>
              </a:rPr>
              <a:t>  →  </a:t>
            </a:r>
            <a:r>
              <a:rPr lang="en-US" sz="2000" b="1" dirty="0">
                <a:solidFill>
                  <a:srgbClr val="27AE60"/>
                </a:solidFill>
              </a:rPr>
              <a:t>19.7 MB</a:t>
            </a:r>
            <a:r>
              <a:rPr lang="en-US" sz="1600" b="1" dirty="0">
                <a:solidFill>
                  <a:srgbClr val="F39C12"/>
                </a:solidFill>
              </a:rPr>
              <a:t>  ( -72%！)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0" y="2450592"/>
            <a:ext cx="320040" cy="320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⑥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356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有感瘦身成效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23560" y="2770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實測從 69.7 MB 縮減至 19.7 MB，容量大減 72%！完美跨越 20MB 系統門檻。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3364992"/>
            <a:ext cx="320040" cy="320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23560" y="3337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防混淆自動命名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23560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點擊「下載壓縮版」，系統自動於原檔名加上備註，絕不覆蓋您的原始心血檔案。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2080" y="4279392"/>
            <a:ext cx="320040" cy="320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⑧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23560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極速連發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23560" y="4599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點擊「再壓一個」即可無縫處理下一份文件，效率極大化。</a:t>
            </a:r>
            <a:endParaRPr lang="en-US" sz="1100" dirty="0"/>
          </a:p>
        </p:txBody>
      </p:sp>
      <p:pic>
        <p:nvPicPr>
          <p:cNvPr id="22" name="圖片 21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B9A923B2-D9E1-B1B8-12F3-29633465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22" y="1578675"/>
            <a:ext cx="4638430" cy="30207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把寶貴的時間，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留給更有價值的核心業務！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576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拒絕再為「縮減檔案」耗費心神。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SlimDrop 讓每一份精心製作的提案，都能輕鬆、安全、快速地送達。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347472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立即使用 → https://slim-drop.vercel.app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194</Words>
  <Application>Microsoft Office PowerPoint</Application>
  <PresentationFormat>如螢幕大小 (16:9)</PresentationFormat>
  <Paragraphs>47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SlimDrop 使用說明</dc:title>
  <dc:subject>PptxGenJS Presentation</dc:subject>
  <dc:creator>TengRip</dc:creator>
  <cp:lastModifiedBy>SF514</cp:lastModifiedBy>
  <cp:revision>2</cp:revision>
  <dcterms:created xsi:type="dcterms:W3CDTF">2026-04-23T13:41:59Z</dcterms:created>
  <dcterms:modified xsi:type="dcterms:W3CDTF">2026-04-23T13:52:36Z</dcterms:modified>
</cp:coreProperties>
</file>